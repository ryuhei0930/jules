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不動産コンサルタント</a:t>
            </a:r>
          </a:p>
          <a:p>
            <a:r>
              <a:t>Webサイト比較エージェント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自社と競合のマンション物件サイトを自動分析</a:t>
            </a:r>
          </a:p>
          <a:p/>
          <a:p>
            <a:r>
              <a:t>Difyを活用した導入・活用のご案内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背景と課題 / AIによる解決策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【現状の課題】</a:t>
            </a:r>
          </a:p>
          <a:p>
            <a:pPr lvl="1"/>
            <a:r>
              <a:t>競合物件のリサーチ・比較表作成に膨大な時間がかかっている</a:t>
            </a:r>
          </a:p>
          <a:p>
            <a:pPr lvl="1"/>
            <a:r>
              <a:t>担当者によって分析の視点や質にバラつきがある</a:t>
            </a:r>
          </a:p>
          <a:p>
            <a:br/>
            <a:pPr/>
            <a:r>
              <a:t>【AIエージェントによる解決策】</a:t>
            </a:r>
          </a:p>
          <a:p>
            <a:pPr lvl="1"/>
            <a:r>
              <a:t>URLを入力するだけで、瞬時に情報を収集・比較</a:t>
            </a:r>
          </a:p>
          <a:p>
            <a:pPr lvl="1"/>
            <a:r>
              <a:t>プロの「不動産コンサルタント」の視点で一貫した分析を提供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システムの主な特徴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Difyを活用した最新のAIエージェント</a:t>
            </a:r>
          </a:p>
          <a:p>
            <a:pPr lvl="1"/>
            <a:r>
              <a:t>Webスクレイピングの完全自動化</a:t>
            </a:r>
          </a:p>
          <a:p>
            <a:pPr lvl="2"/>
            <a:r>
              <a:t>指定された複数URLをクローラーが自動で巡回・テキスト抽出</a:t>
            </a:r>
          </a:p>
          <a:p>
            <a:pPr lvl="1"/>
            <a:r>
              <a:t>不動産業界に特化した分析プロンプト</a:t>
            </a:r>
          </a:p>
          <a:p>
            <a:pPr lvl="2"/>
            <a:r>
              <a:t>立地、価格、間取り、設備、共用施設など、顧客が重視する項目を網羅</a:t>
            </a:r>
          </a:p>
          <a:p>
            <a:pPr lvl="1"/>
            <a:r>
              <a:t>構造化されたレポート出力</a:t>
            </a:r>
          </a:p>
          <a:p>
            <a:pPr lvl="2"/>
            <a:r>
              <a:t>比較表（Markdownテーブル形式）による視覚的なわかりやすさ</a:t>
            </a:r>
          </a:p>
          <a:p>
            <a:pPr lvl="2"/>
            <a:r>
              <a:t>強み・弱み分析に基づく具体的なアクションプランの提示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利用イメージと出力結果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チャット形式で簡単操作</a:t>
            </a:r>
          </a:p>
          <a:p>
            <a:pPr lvl="1"/>
            <a:r>
              <a:t>【入力例】</a:t>
            </a:r>
          </a:p>
          <a:p>
            <a:pPr lvl="2"/>
            <a:r>
              <a:t>「自社物件: https://... / 競合物件1: https://... を比較して」と送信するだけ。</a:t>
            </a:r>
          </a:p>
          <a:p>
            <a:pPr lvl="1"/>
            <a:r>
              <a:t>【出力されるレポート構成】</a:t>
            </a:r>
          </a:p>
          <a:p>
            <a:pPr lvl="2"/>
            <a:r>
              <a:t>1. サイト・物件の全体概要（コンセプト、ターゲット層）</a:t>
            </a:r>
          </a:p>
          <a:p>
            <a:pPr lvl="2"/>
            <a:r>
              <a:t>2. 物件比較サマリー（一覧表）</a:t>
            </a:r>
          </a:p>
          <a:p>
            <a:pPr lvl="2"/>
            <a:r>
              <a:t>3. 自社物件の強みと弱みの分析（SWOT的視点）</a:t>
            </a:r>
          </a:p>
          <a:p>
            <a:pPr lvl="2"/>
            <a:r>
              <a:t>4. サイト改善・販売促進アクションプランの提案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Difyへの導入方法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DSLファイルのインポートで即日利用可能</a:t>
            </a:r>
          </a:p>
          <a:p>
            <a:pPr lvl="1"/>
            <a:r>
              <a:t>1. 設定ファイル（website_comparison_agent.yml）を取得</a:t>
            </a:r>
          </a:p>
          <a:p>
            <a:pPr lvl="1"/>
            <a:r>
              <a:t>2. Difyダッシュボードの「DSLをインポート」からアップロード</a:t>
            </a:r>
          </a:p>
          <a:p>
            <a:pPr lvl="1"/>
            <a:r>
              <a:t>3. そのまま「プレビュー」や「公開」から利用開始可能</a:t>
            </a:r>
          </a:p>
          <a:p>
            <a:pPr lvl="1"/>
            <a:r>
              <a:t>※社内知識データベース（PDF図面集や価格表など）を追加学習させることも将来的に拡張可能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