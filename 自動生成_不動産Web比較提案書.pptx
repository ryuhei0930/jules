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自社物件Webサイト 広告効果比較・分析レポート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〜 UI/UX・ブランディング・CV導線に基づく改善提案 〜</a:t>
            </a:r>
          </a:p>
          <a:p/>
          <a:p>
            <a:r>
              <a:t>AI Marketing &amp;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各サイトの広告コンセプトとターゲット層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【自社物件サイト】</a:t>
            </a:r>
          </a:p>
          <a:p>
            <a:pPr lvl="1"/>
            <a:r>
              <a:t>20代〜30代の単身者をメインターゲットとした、駅近の利便性とスタイリッシュなデザインを訴求するコンセプト。</a:t>
            </a:r>
          </a:p>
          <a:p>
            <a:pPr/>
            <a:r>
              <a:t>【競合サイト (competitor1)】</a:t>
            </a:r>
          </a:p>
          <a:p>
            <a:pPr lvl="1"/>
            <a:r>
              <a:t>ファミリー層をターゲットにした、広々としたリビングと充実した共用施設をアピールする温かみのあるコンセプト。</a:t>
            </a:r>
          </a:p>
          <a:p>
            <a:pPr/>
            <a:r>
              <a:t>【競合サイト (competitor2)】</a:t>
            </a:r>
          </a:p>
          <a:p>
            <a:pPr lvl="1"/>
            <a:r>
              <a:t>高価格帯の投資家やシニア層をターゲットとした、コンシェルジュサービスと高級感を前面に押し出したコンセプト。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広告・Webマーケティング効果 比較スコア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評価項目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自社物件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競合物件1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競合物件2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ファーストビューの訴求力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4/5</a:t>
                      </a:r>
                    </a:p>
                    <a:p>
                      <a:pPr>
                        <a:defRPr sz="1000"/>
                      </a:pPr>
                      <a:r>
                        <a:t>★★★★</a:t>
                      </a:r>
                    </a:p>
                    <a:p>
                      <a:pPr>
                        <a:defRPr sz="1000"/>
                      </a:pPr>
                      <a:r>
                        <a:t>単身者向けのスタイリッシュなCGが目を引き、キャッチコピーもシャープで印象に残る。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3/5</a:t>
                      </a:r>
                    </a:p>
                    <a:p>
                      <a:pPr>
                        <a:defRPr sz="1000"/>
                      </a:pPr>
                      <a:r>
                        <a:t>★★★</a:t>
                      </a:r>
                    </a:p>
                    <a:p>
                      <a:pPr>
                        <a:defRPr sz="1000"/>
                      </a:pPr>
                      <a:r>
                        <a:t>ファミリー向けの画像は良いが、コピーが少し長くて読みにくい。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5/5</a:t>
                      </a:r>
                    </a:p>
                    <a:p>
                      <a:pPr>
                        <a:defRPr sz="1000"/>
                      </a:pPr>
                      <a:r>
                        <a:t>★★★★★</a:t>
                      </a:r>
                    </a:p>
                    <a:p>
                      <a:pPr>
                        <a:defRPr sz="1000"/>
                      </a:pPr>
                      <a:r>
                        <a:t>高級ホテルのような動画背景とシンプルなコピーが非常に強いインパクトを与える。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情報の整理とUI/UX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3/5</a:t>
                      </a:r>
                    </a:p>
                    <a:p>
                      <a:pPr>
                        <a:defRPr sz="1000"/>
                      </a:pPr>
                      <a:r>
                        <a:t>★★★</a:t>
                      </a:r>
                    </a:p>
                    <a:p>
                      <a:pPr>
                        <a:defRPr sz="1000"/>
                      </a:pPr>
                      <a:r>
                        <a:t>スマホでの閲覧を前提とした縦長スクロールは良いが、設備詳細への導線が少し分かりにくい。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4/5</a:t>
                      </a:r>
                    </a:p>
                    <a:p>
                      <a:pPr>
                        <a:defRPr sz="1000"/>
                      </a:pPr>
                      <a:r>
                        <a:t>★★★★</a:t>
                      </a:r>
                    </a:p>
                    <a:p>
                      <a:pPr>
                        <a:defRPr sz="1000"/>
                      </a:pPr>
                      <a:r>
                        <a:t>間取りごとの比較機能があり、ユーザーが求める情報に辿り着きやすい。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3/5</a:t>
                      </a:r>
                    </a:p>
                    <a:p>
                      <a:pPr>
                        <a:defRPr sz="1000"/>
                      </a:pPr>
                      <a:r>
                        <a:t>★★★</a:t>
                      </a:r>
                    </a:p>
                    <a:p>
                      <a:pPr>
                        <a:defRPr sz="1000"/>
                      </a:pPr>
                      <a:r>
                        <a:t>デザインを重視しすぎて、文字が小さく読みにくい箇所がある。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ブランディングと世界観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4/5</a:t>
                      </a:r>
                    </a:p>
                    <a:p>
                      <a:pPr>
                        <a:defRPr sz="1000"/>
                      </a:pPr>
                      <a:r>
                        <a:t>★★★★</a:t>
                      </a:r>
                    </a:p>
                    <a:p>
                      <a:pPr>
                        <a:defRPr sz="1000"/>
                      </a:pPr>
                      <a:r>
                        <a:t>モノトーン基調の洗練されたトーン＆マナーがターゲット層と合致している。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3/5</a:t>
                      </a:r>
                    </a:p>
                    <a:p>
                      <a:pPr>
                        <a:defRPr sz="1000"/>
                      </a:pPr>
                      <a:r>
                        <a:t>★★★</a:t>
                      </a:r>
                    </a:p>
                    <a:p>
                      <a:pPr>
                        <a:defRPr sz="1000"/>
                      </a:pPr>
                      <a:r>
                        <a:t>一般的なマンションサイトの枠を出ておらず、独自のブランドカラーが薄い。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5/5</a:t>
                      </a:r>
                    </a:p>
                    <a:p>
                      <a:pPr>
                        <a:defRPr sz="1000"/>
                      </a:pPr>
                      <a:r>
                        <a:t>★★★★★</a:t>
                      </a:r>
                    </a:p>
                    <a:p>
                      <a:pPr>
                        <a:defRPr sz="1000"/>
                      </a:pPr>
                      <a:r>
                        <a:t>独自のフォントや高品質な写真を使用し、一貫したラグジュアリーな世界観を構築している。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コンバージョンへの導線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2/5</a:t>
                      </a:r>
                    </a:p>
                    <a:p>
                      <a:pPr>
                        <a:defRPr sz="1000"/>
                      </a:pPr>
                      <a:r>
                        <a:t>★★</a:t>
                      </a:r>
                    </a:p>
                    <a:p>
                      <a:pPr>
                        <a:defRPr sz="1000"/>
                      </a:pPr>
                      <a:r>
                        <a:t>資料請求ボタンがページの最下部にしかなく、スクロール途中で離脱される可能性が高い。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4/5</a:t>
                      </a:r>
                    </a:p>
                    <a:p>
                      <a:pPr>
                        <a:defRPr sz="1000"/>
                      </a:pPr>
                      <a:r>
                        <a:t>★★★★</a:t>
                      </a:r>
                    </a:p>
                    <a:p>
                      <a:pPr>
                        <a:defRPr sz="1000"/>
                      </a:pPr>
                      <a:r>
                        <a:t>常に画面下部に追従する「来場予約」ボタンがあり、CVへの意識が高い。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スコア: 3/5</a:t>
                      </a:r>
                    </a:p>
                    <a:p>
                      <a:pPr>
                        <a:defRPr sz="1000"/>
                      </a:pPr>
                      <a:r>
                        <a:t>★★★</a:t>
                      </a:r>
                    </a:p>
                    <a:p>
                      <a:pPr>
                        <a:defRPr sz="1000"/>
                      </a:pPr>
                      <a:r>
                        <a:t>オンライン見学と来場予約の2つのボタンが並んでおり、少し迷わせるかもしれない。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代理店アナリストの総評（強みと弱み）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🔴 自社サイトの強み（訴求ポイント）</a:t>
            </a:r>
          </a:p>
          <a:p>
            <a:pPr lvl="1"/>
            <a:r>
              <a:t>ターゲットを絞り込んだエッジの効いたデザインと、直感的に響くシャープなキャッチコピーは競合の中で際立っている。</a:t>
            </a:r>
          </a:p>
          <a:p>
            <a:br/>
            <a:pPr>
              <a:defRPr b="1"/>
            </a:pPr>
            <a:r>
              <a:t>🔵 自社サイトの弱み（CV取りこぼしの要因）</a:t>
            </a:r>
          </a:p>
          <a:p>
            <a:pPr lvl="1"/>
            <a:r>
              <a:t>「カッコよさ」を追求した結果、機能性（UI/UX）やCVへの導線設計がやや弱くなっており、興味を持ったユーザーを取りこぼしている可能性がある。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サイト改善・CV最大化へのアクションプラン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提案 1:</a:t>
            </a:r>
          </a:p>
          <a:p>
            <a:pPr lvl="1"/>
            <a:r>
              <a:t>画面下部に常に追従する「資料請求・来場予約」の固定ボタン（フローティングバナー）を設置し、CV率を改善する。</a:t>
            </a:r>
          </a:p>
          <a:p>
            <a:pPr>
              <a:defRPr b="1"/>
            </a:pPr>
            <a:r>
              <a:t>提案 2:</a:t>
            </a:r>
          </a:p>
          <a:p>
            <a:pPr lvl="1"/>
            <a:r>
              <a:t>ファーストビューの直下に「設備ハイライト」のセクションを追加し、デザインだけでなく機能的なメリットも早期に伝える。</a:t>
            </a:r>
          </a:p>
          <a:p>
            <a:pPr>
              <a:defRPr b="1"/>
            </a:pPr>
            <a:r>
              <a:t>提案 3:</a:t>
            </a:r>
          </a:p>
          <a:p>
            <a:pPr lvl="1"/>
            <a:r>
              <a:t>スマホ閲覧時のフォントサイズや行間を見直し、可読性を高める（特に物件概要などの詳細情報部分）。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